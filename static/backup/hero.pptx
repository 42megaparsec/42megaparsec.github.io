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65" r:id="rId2"/>
    <p:sldId id="66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xaparsec@gmail.com" initials="e" lastIdx="2" clrIdx="0">
    <p:extLst>
      <p:ext uri="{19B8F6BF-5375-455C-9EA6-DF929625EA0E}">
        <p15:presenceInfo xmlns:p15="http://schemas.microsoft.com/office/powerpoint/2012/main" userId="7611c2554c4bc0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5T12:45:37.940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B9280-D43C-4101-BF06-D5A31D66496A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893B-68F8-4406-9888-62A59A241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60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</a:t>
            </a:r>
            <a:r>
              <a:rPr lang="en-US" altLang="ko-KR" baseline="0" dirty="0"/>
              <a:t> my </a:t>
            </a:r>
            <a:r>
              <a:rPr lang="en-US" altLang="ko-KR" baseline="0" dirty="0" err="1"/>
              <a:t>Ph.D</a:t>
            </a:r>
            <a:r>
              <a:rPr lang="en-US" altLang="ko-KR" baseline="0" dirty="0"/>
              <a:t> course, I have focus on various topics of network science. Network is a specific form of data structure, which consist of nodes and edges </a:t>
            </a:r>
            <a:r>
              <a:rPr lang="en-US" altLang="ko-KR" baseline="0" dirty="0" err="1"/>
              <a:t>betwwen</a:t>
            </a:r>
            <a:r>
              <a:rPr lang="en-US" altLang="ko-KR" baseline="0" dirty="0"/>
              <a:t> them. Many studies have done in this area through the generalization from real network, and application of general network theory to real network.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FBA14-7944-46D2-AB9D-ED418786FA3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8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</a:t>
            </a:r>
            <a:r>
              <a:rPr lang="en-US" altLang="ko-KR" baseline="0" dirty="0"/>
              <a:t> my </a:t>
            </a:r>
            <a:r>
              <a:rPr lang="en-US" altLang="ko-KR" baseline="0" dirty="0" err="1"/>
              <a:t>Ph.D</a:t>
            </a:r>
            <a:r>
              <a:rPr lang="en-US" altLang="ko-KR" baseline="0" dirty="0"/>
              <a:t> course, I have focus on various topics of network science. Network is a specific form of data structure, which consist of nodes and edges </a:t>
            </a:r>
            <a:r>
              <a:rPr lang="en-US" altLang="ko-KR" baseline="0" dirty="0" err="1"/>
              <a:t>betwwen</a:t>
            </a:r>
            <a:r>
              <a:rPr lang="en-US" altLang="ko-KR" baseline="0" dirty="0"/>
              <a:t> them. Many studies have done in this area through the generalization from real network, and application of general network theory to real network.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FBA14-7944-46D2-AB9D-ED418786FA3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970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89F3F-402A-47CB-B99B-BF20EEB27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E78E7B-F68C-4B2A-9623-B1030467C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B16A0-EF5E-4BEC-9EB1-BE2B41DE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970772-F483-45BF-9545-FC761621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FC229B-91AA-4E38-BBD1-B39D3BCB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11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37052-1F1B-41A2-9333-115B994C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F52398-24D5-4AB5-8972-05842232D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7745D-2C5D-41D0-AE22-E7AB6C52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779880-DE7E-4D45-8FA5-6F26B16C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C037B4-9072-48AA-8217-67AB9AA7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01C02-D6B5-48D4-8430-91C29282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41D8C-9240-4C3E-B475-230A051F0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D6B430-381D-471B-81D2-A9A65DF0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855897-FAAE-4A94-95B3-542C22AE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FB177-B68E-4CF6-997D-15B3EC22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2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4E00D-1C21-419E-A828-E314B41A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7BF615-DE19-48FD-A548-99E0FA137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79285B-739F-4D38-95E9-52C4FFAD5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C4D0FA-8475-47E9-B81C-DA2C684E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ECC735-8994-40BB-9D73-E70AFCD30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58952A-63FC-4517-9543-AC8442D3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8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F4B59-63D7-4909-94A2-68AAA592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BB62DE-7E97-4211-A225-37108EE9C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2121BE-B5E1-4D4C-9A50-AAE5B33DA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ECF7C8-C85F-45A8-93A6-55D8527A6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14A2D4-9BD8-41C0-9718-661D8C2FC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C20F8B-FDDE-4E26-9378-702FE8203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AE586A-1814-43F8-ABA1-0D9EE6C6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5BDCAC-6A48-454B-96D7-E229BD5B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37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75956-31F2-4A13-AA48-8B988870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55034C-F786-45C5-BCBE-2D870690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860137-1116-48D1-8165-D8A6E884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4982CC-594D-4A01-9B99-113AAD69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4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64A5E8-3755-4992-B2D3-1BA54F8B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DCFE90-7E59-46FE-A44C-F66F110D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909643-D6DA-49B9-8990-93635637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84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C14B7-75EE-4441-AAC9-0DF732518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CD1F8-1977-4E95-BB4E-2A4969927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6F39E9-27F2-400B-8E33-D2491392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8B2F9E-C866-475A-A1BA-8187BB1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1262AA-5D69-4BFA-8263-F86B36BE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04DD1A-65FD-475D-B12E-64817D96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33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8D1F4-C92E-41B5-9CCE-37C38F89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FDD2CD-FABC-420C-8840-A1E74722D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796B8-6044-4CB4-B4E4-800E0BFF3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7A8EEE-263B-4DC0-835F-39284E2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E472C8-3743-410F-B465-8C21C942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79D9A3-01D6-454F-B2C9-ACFDF940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15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DF92E-B22F-4BDE-A331-89097596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6E7D45-90A6-4487-A334-78585D093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FD9CB-04E2-4235-943F-8C766797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0CB771-EEE1-466C-9B9A-656B9E39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A92663-A766-4FBA-9547-0C459B31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14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372E52-F2A2-4445-A670-B174F18FC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ECBB58-BBB9-4ED1-AB10-342DFA1E6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D12D0-EE9A-4806-87FC-0DCDA4E4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2823A-114E-4D1B-BDF6-BE269A9F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FBE1FE-29D5-4230-BF0D-3BA3F83F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F62902-0FBD-4BA9-A847-2DD3E000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10ED92-8863-4166-8498-EBEFDA265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351F83-C08E-4FC0-BF90-D2A736650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32BBA-8BC8-4855-9958-8EFEEC4FA713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E8F5BD-D66A-48E0-A260-39314F26E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C2DB9-E76D-4F53-B3E7-BEBDED01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7B3A-1DCE-4F3B-BD56-278E7865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70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D971F0C8-3FB9-4D1F-A1EF-F59D4F3BE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65" y="655808"/>
            <a:ext cx="6091352" cy="241759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334309A-5B61-41F6-9A65-CC6C916E2A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47" b="20010"/>
          <a:stretch/>
        </p:blipFill>
        <p:spPr>
          <a:xfrm>
            <a:off x="118503" y="3911600"/>
            <a:ext cx="3865174" cy="2824993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091C0D2F-5045-466D-AF6E-C2E21CAC86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08"/>
          <a:stretch/>
        </p:blipFill>
        <p:spPr>
          <a:xfrm>
            <a:off x="4248669" y="3843508"/>
            <a:ext cx="4092297" cy="2679699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BAB5915-1D1C-4CF0-B0D2-409BF0CA9A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41" t="3354" r="22765" b="4098"/>
          <a:stretch/>
        </p:blipFill>
        <p:spPr>
          <a:xfrm>
            <a:off x="8988490" y="3777183"/>
            <a:ext cx="2365310" cy="295940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43634C7-0BBB-4680-99B2-67CEC3792706}"/>
              </a:ext>
            </a:extLst>
          </p:cNvPr>
          <p:cNvSpPr txBox="1"/>
          <p:nvPr/>
        </p:nvSpPr>
        <p:spPr>
          <a:xfrm>
            <a:off x="796991" y="3415269"/>
            <a:ext cx="23653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Synchronization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DF543E-BCAA-4CCB-ACF2-4349DF7ED745}"/>
              </a:ext>
            </a:extLst>
          </p:cNvPr>
          <p:cNvSpPr txBox="1"/>
          <p:nvPr/>
        </p:nvSpPr>
        <p:spPr>
          <a:xfrm>
            <a:off x="4989039" y="3415269"/>
            <a:ext cx="28765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Community structure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D09D92-EC42-48DC-87D1-3E1D24134143}"/>
              </a:ext>
            </a:extLst>
          </p:cNvPr>
          <p:cNvSpPr txBox="1"/>
          <p:nvPr/>
        </p:nvSpPr>
        <p:spPr>
          <a:xfrm>
            <a:off x="8759758" y="3415269"/>
            <a:ext cx="28765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Biological network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622661-3E19-46A1-A944-332D164D37EC}"/>
              </a:ext>
            </a:extLst>
          </p:cNvPr>
          <p:cNvSpPr txBox="1"/>
          <p:nvPr/>
        </p:nvSpPr>
        <p:spPr>
          <a:xfrm>
            <a:off x="2051090" y="115542"/>
            <a:ext cx="31209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Supply chain analysis</a:t>
            </a:r>
          </a:p>
        </p:txBody>
      </p:sp>
    </p:spTree>
    <p:extLst>
      <p:ext uri="{BB962C8B-B14F-4D97-AF65-F5344CB8AC3E}">
        <p14:creationId xmlns:p14="http://schemas.microsoft.com/office/powerpoint/2010/main" val="89440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F3F50D-DF62-4089-A768-96E3A91C9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3" y="808038"/>
            <a:ext cx="5809021" cy="234514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334309A-5B61-41F6-9A65-CC6C916E2A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47" b="20010"/>
          <a:stretch/>
        </p:blipFill>
        <p:spPr>
          <a:xfrm>
            <a:off x="118503" y="3911600"/>
            <a:ext cx="3865174" cy="282499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BAB5915-1D1C-4CF0-B0D2-409BF0CA9A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41" t="3354" r="22765" b="4098"/>
          <a:stretch/>
        </p:blipFill>
        <p:spPr>
          <a:xfrm>
            <a:off x="8988490" y="3777183"/>
            <a:ext cx="2365310" cy="295940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4A9A1F-3AD1-43CE-9C18-6B4FA1853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25" y="3844262"/>
            <a:ext cx="3995916" cy="295966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F948C7F-770E-43F1-A9EF-F52F53CD6841}"/>
              </a:ext>
            </a:extLst>
          </p:cNvPr>
          <p:cNvSpPr/>
          <p:nvPr/>
        </p:nvSpPr>
        <p:spPr>
          <a:xfrm>
            <a:off x="1" y="54070"/>
            <a:ext cx="12191999" cy="6803930"/>
          </a:xfrm>
          <a:prstGeom prst="rect">
            <a:avLst/>
          </a:pr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971F0C8-3FB9-4D1F-A1EF-F59D4F3BEE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478" y="735588"/>
            <a:ext cx="6091352" cy="241759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43634C7-0BBB-4680-99B2-67CEC3792706}"/>
              </a:ext>
            </a:extLst>
          </p:cNvPr>
          <p:cNvSpPr txBox="1"/>
          <p:nvPr/>
        </p:nvSpPr>
        <p:spPr>
          <a:xfrm>
            <a:off x="796991" y="3415269"/>
            <a:ext cx="23653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Synchronization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DF543E-BCAA-4CCB-ACF2-4349DF7ED745}"/>
              </a:ext>
            </a:extLst>
          </p:cNvPr>
          <p:cNvSpPr txBox="1"/>
          <p:nvPr/>
        </p:nvSpPr>
        <p:spPr>
          <a:xfrm>
            <a:off x="4581524" y="3415269"/>
            <a:ext cx="28765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Community structure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D09D92-EC42-48DC-87D1-3E1D24134143}"/>
              </a:ext>
            </a:extLst>
          </p:cNvPr>
          <p:cNvSpPr txBox="1"/>
          <p:nvPr/>
        </p:nvSpPr>
        <p:spPr>
          <a:xfrm>
            <a:off x="8759758" y="3415269"/>
            <a:ext cx="28765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Biological network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622661-3E19-46A1-A944-332D164D37EC}"/>
              </a:ext>
            </a:extLst>
          </p:cNvPr>
          <p:cNvSpPr txBox="1"/>
          <p:nvPr/>
        </p:nvSpPr>
        <p:spPr>
          <a:xfrm>
            <a:off x="7729675" y="226655"/>
            <a:ext cx="31209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Supply chain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2D21C-6957-4694-96C8-26509F5B3A3E}"/>
              </a:ext>
            </a:extLst>
          </p:cNvPr>
          <p:cNvSpPr txBox="1"/>
          <p:nvPr/>
        </p:nvSpPr>
        <p:spPr>
          <a:xfrm>
            <a:off x="1249312" y="224210"/>
            <a:ext cx="364187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Helvetica" panose="020B0604020202020204" pitchFamily="34" charset="0"/>
                <a:ea typeface="서울남산체 M" panose="02020503020101020101" pitchFamily="18" charset="-127"/>
                <a:cs typeface="Helvetica" panose="020B0604020202020204" pitchFamily="34" charset="0"/>
              </a:rPr>
              <a:t>International trade network</a:t>
            </a:r>
          </a:p>
        </p:txBody>
      </p:sp>
    </p:spTree>
    <p:extLst>
      <p:ext uri="{BB962C8B-B14F-4D97-AF65-F5344CB8AC3E}">
        <p14:creationId xmlns:p14="http://schemas.microsoft.com/office/powerpoint/2010/main" val="80511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139</Words>
  <Application>Microsoft Office PowerPoint</Application>
  <PresentationFormat>와이드스크린</PresentationFormat>
  <Paragraphs>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Helvetica</vt:lpstr>
      <vt:lpstr>Wingdings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대경 이</dc:creator>
  <cp:lastModifiedBy>대경 이</cp:lastModifiedBy>
  <cp:revision>5</cp:revision>
  <dcterms:created xsi:type="dcterms:W3CDTF">2025-11-20T20:44:28Z</dcterms:created>
  <dcterms:modified xsi:type="dcterms:W3CDTF">2025-11-20T21:18:47Z</dcterms:modified>
</cp:coreProperties>
</file>